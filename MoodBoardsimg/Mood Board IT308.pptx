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71D0-33B2-4ACE-8FB7-0EEBBF38803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937B6-8060-4441-9C50-187F4D8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32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71D0-33B2-4ACE-8FB7-0EEBBF38803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937B6-8060-4441-9C50-187F4D8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51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71D0-33B2-4ACE-8FB7-0EEBBF38803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937B6-8060-4441-9C50-187F4D8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08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71D0-33B2-4ACE-8FB7-0EEBBF38803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937B6-8060-4441-9C50-187F4D8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3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71D0-33B2-4ACE-8FB7-0EEBBF38803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937B6-8060-4441-9C50-187F4D8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3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71D0-33B2-4ACE-8FB7-0EEBBF38803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937B6-8060-4441-9C50-187F4D8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8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71D0-33B2-4ACE-8FB7-0EEBBF38803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937B6-8060-4441-9C50-187F4D8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49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71D0-33B2-4ACE-8FB7-0EEBBF38803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937B6-8060-4441-9C50-187F4D8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8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71D0-33B2-4ACE-8FB7-0EEBBF38803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937B6-8060-4441-9C50-187F4D8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3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71D0-33B2-4ACE-8FB7-0EEBBF38803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937B6-8060-4441-9C50-187F4D8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6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71D0-33B2-4ACE-8FB7-0EEBBF38803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937B6-8060-4441-9C50-187F4D8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85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571D0-33B2-4ACE-8FB7-0EEBBF38803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937B6-8060-4441-9C50-187F4D8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4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0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6815742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8865407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2024-03-07T14:12:15Z</dcterms:created>
  <dcterms:modified xsi:type="dcterms:W3CDTF">2024-03-07T14:21:07Z</dcterms:modified>
</cp:coreProperties>
</file>